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5486400" cy="54864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고등학생 대상 · 3시간 특강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인공지능을 활용한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발명 · 메이커 아이디어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창출과 기록의 중요성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도메인을 키우는 AI 활용 · 아이디어의 누적 · 공개와 배포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54864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기술교육 · 진로창의 융합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우리가 함께 할 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3시간 동안 AI 시대를 살아갈 무기 한 세트를 직접 만들어 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6060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73152" cy="2697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1차시 · 60분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시대와 나의 도메인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달라졌는가? 4C 역량과 도메인의 의미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1 — 나의 도메인 지도 그리기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011680"/>
            <a:ext cx="26060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011680"/>
            <a:ext cx="73152" cy="2697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204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2차시 · 60분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발명가 · 메이커가 되자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5204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아이디어의 발산과 수렴, LLM과 브레인스토밍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2 — LLM과 함께 아이디어 발산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011680"/>
            <a:ext cx="260604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011680"/>
            <a:ext cx="73152" cy="2697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63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3차시 · 60분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기록하지 않으면 사라진다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README.md · Cloudflare로 공개·배포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3·4 — 저장소 만들기 + 미니 포트폴리오 배포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시대,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840480" y="2697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달라지는가?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8404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축적 교육의 변화 · 4C 역량 · 도메인이 곧 무기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변화의 풍경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AI는 너희 일상이다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어제 너희가 AI에게 시킨 일, 한 가지만 떠올려 보자.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862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0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5일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4028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출시 후 100만 사용자 도달까지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103120"/>
            <a:ext cx="38862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40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· 글쓰기 · 그림에 AI를 쓰는 사람들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8862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24028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 시키면 보고서 한 장이 나오는 시대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3429000"/>
            <a:ext cx="38862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물어볼 수 있는 질문의 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그렇다면, 학교에서 외우던 것들은 정말 모두 쓸모없어졌을까?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지식의 의미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'아는 것'의 무게중심이 바뀌었다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93192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외우는 지식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사실을 머릿속에 저장한다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교과서가 정답의 출처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시험은 기억을 측정한다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공부하는 시간이 핵심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37760" y="1737360"/>
            <a:ext cx="393192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연결·활용하는 지식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27432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검증·판단·결합하는 능력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옵션을 만들고, 사람은 고른다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시험은 만들어낸 결과를 본다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협업·대화하는 시간이 핵심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뼈대 지식은 더 중요해졌다 — 그 위에서만 판단이 가능하기 때문에.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검색에서 생성으로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검색의 시대  →  생성의 시대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4630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691640"/>
            <a:ext cx="320040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Era (검색)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691640"/>
            <a:ext cx="356616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Era (생성)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1463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219456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찾는다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219456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1463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0" y="269748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12080" y="269748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697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맥락이 담긴 프롬프트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1463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11680" y="32004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3200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있는 정보 목록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12080" y="320040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자리에서 생성된 결과물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703320"/>
            <a:ext cx="1463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조건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0" y="37033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검색하기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212080" y="370332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묻고, 고르고, 다듬기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206240"/>
            <a:ext cx="1463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능력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011680" y="42062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48840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리터러시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212080" y="420624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+ 비판적 사고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키워드 잘 치는 것보다, 맥락 잘 설명하고 결과를 잘 고르는 능력으로 게임이 바뀌었다.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4C 역량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그렇다면 무엇이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중요해질까?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42062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비판적 사고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잘 못하는 것이 아니라, AI를 같이 일하게 만드는 사람의 능력이다.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4C 자세히 보기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4C, 학교 활동의 어디에 숨어 있나?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93192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비판적 사고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준 답이 정말 맞는지, 왜 그런지 따져보는 힘. 토론, 자료 분석, 실험 결과 해석에서 길러진다.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393192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69164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235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235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이전에 없던 연결을 만드는 힘. 동아리 프로젝트, 미술·음악·메이커 활동, '엉뚱한 질문 던지기'에서 자란다.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93192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114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못 푸는 문제를 같이 푸는 힘. 모둠 활동, 팀 발표, 코딩 페어링, 학교 행사 준비에서 배운다.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393192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3832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6235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2356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4114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생각을 말·글·코드·디자인으로 옮기는 힘. 발표, 글쓰기, README 쓰기까지 모두 같은 근육이다.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AI와 도메인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강력한 도구다.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 도메인이 있는 사람에게만.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9319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도메인이 없을 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두루뭉술한 답을 그대로 받는다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검증할 기준이 없다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틀려도 모른다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926080"/>
            <a:ext cx="393192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도메인이 있을 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342900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구체적인 맥락을 줄 수 있다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결과의 옳고 그름을 안다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가속기로 쓴다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ChatGPT를 써도 결과가 다른 이유 = 도메인 깊이의 차이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나의 도메인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도메인 = 진로 ∩ 흥미 ∩ 잘하는 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도메인은 발견하는 게 아니라, 누적해서 만들어지는 지도다.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1645920"/>
            <a:ext cx="2194560" cy="2194560"/>
          </a:xfrm>
          <a:prstGeom prst="ellipse">
            <a:avLst/>
          </a:prstGeom>
          <a:solidFill>
            <a:srgbClr val="06B6D4">
              <a:alpha val="3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1645920"/>
            <a:ext cx="2194560" cy="2194560"/>
          </a:xfrm>
          <a:prstGeom prst="ellipse">
            <a:avLst/>
          </a:prstGeom>
          <a:solidFill>
            <a:srgbClr val="FBBF24">
              <a:alpha val="3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286000"/>
            <a:ext cx="2194560" cy="2194560"/>
          </a:xfrm>
          <a:prstGeom prst="ellipse">
            <a:avLst/>
          </a:prstGeom>
          <a:solidFill>
            <a:srgbClr val="F43F5E">
              <a:alpha val="35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흥미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잘하는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783080"/>
            <a:ext cx="210312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교집합이 좁아도 괜찮다. 키워드 한 단어부터 시작하면 된다.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누적 = 너의 무기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도메인 지도 그리기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10분  ·  개인 활동 → 짝과 1분씩 공유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 3개 그리기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 / 흥미 / 잘하는 것 — 빈 종이에 겹치게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원에 5개씩 키워드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697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단어 한 개로. 너무 진지하지 않게, 떠오르는 대로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교집합에 빨간 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개·세 개의 원이 겹치는 곳 = 너의 도메인 후보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짝과 공유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의외였던 키워드 1개씩 — 친구의 시각이 너의 지도를 넓혀준다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지도는 2·3차시에서 너의 발명/메이커 주제로 그대로 이어진다.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발명가 ·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840480" y="2697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메이커가 되자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8404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불편 · 발산과 수렴 · LLM과의 브레인스토밍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발명 vs 메이커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발명가 ≠ 천재  ·  메이커 = 만드는 사람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02336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73152" cy="2194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발명 (Invention)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기존에 없던 결과물을 만든다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특허·구체적 산출물 강조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→ 해결책의 명확한 매핑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402336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691640"/>
            <a:ext cx="73152" cy="2194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메이커 정신 (Maker Spirit)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만들어 본다는 태도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완성도보다 시제품·반복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실패도 즐겁게 공유한다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82296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→ 문제 정의 → 시제품 → 공유 → 다시 관찰. 결과물보다 '하는 태도'가 본질이다.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발명의 출발점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세상의 모든 발명은 작은 불편에서 시작됐다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포스트잇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불편: 책장 표시가 자꾸 떨어진다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스펜서 실버 — '실패한 약한 접착제'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73736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벨크로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불편: 옷에 붙는 산우엉 가시가 귀찮다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조르주 드 메스트랄 — '왜 붙는지' 관찰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불편: 단추를 일일이 채우는 게 귀찮다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휘트컴 저드슨 — 신발끈에서 출발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324612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전동 칫솔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불편: 팔이 아픈 환자도 양치해야 한다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스위스 의료기기 회사 — 병원 현장에서 출발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학교에서 짜증났던 한 가지를 떠올려 보자. 그게 너의 발명 1호의 씨앗이다.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사고의 두 단계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아이디어는 발산 → 수렴의 반복에서 나온다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0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· 발산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377440"/>
            <a:ext cx="228600" cy="2286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468880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33172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83464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926080"/>
            <a:ext cx="228600" cy="2286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743200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200400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3383280"/>
            <a:ext cx="228600" cy="2286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329184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657600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703320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566160"/>
            <a:ext cx="228600" cy="2286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 우선 · 판단 보류 · 엉뚱함 환영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5029200" y="1691640"/>
            <a:ext cx="374904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· 수렴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5080" y="2331720"/>
            <a:ext cx="1188720" cy="11887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283464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기준으로 추리고 · 묶고 · 결합하기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'한 번의 번뜩임'은 환상이다. 좋은 아이디어는 발산–수렴의 사이클을 여러 번 돌린 결과다.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LLM과 발산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세상에서 가장 부지런한 브레인스토밍 파트너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28800"/>
            <a:ext cx="777240" cy="7772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지치지 않는다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새벽 3시에도, 100번째 질문에도 똑같이 답한다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828800"/>
            <a:ext cx="777240" cy="7772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비판하지 않는다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521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엉뚱한 아이디어도 일단 받아주고 변형해 준다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337560"/>
            <a:ext cx="777240" cy="7772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변형이 무한하다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9164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'더 황당하게', '거꾸로', '5살 아이 입장으로' 가능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337560"/>
            <a:ext cx="777240" cy="7772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페르소나가 된다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5216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엔지니어·예술가·할머니·미래의 너 — 다 시켜본다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가장 좋은 아이디어를 '고르는 것'은 여전히 너의 몫이다.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프롬프트 설계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프롬프트의 4가지 조건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맥락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누구이고, 어떤 상황에서, 왜 묻는지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2295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역할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너는 ___ 처럼 답해 줘 — 시각이 바뀐다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26664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26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008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· 구체성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319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수, 길이, 톤, 형식까지 콕 집어서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39896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39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3721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· 반복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032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끝내려 하지 말기. 다듬는 게 본 게임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600200"/>
            <a:ext cx="38404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"메이커 아이디어 좀 줘"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평범한 답 5개 끝.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108960"/>
            <a:ext cx="384048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5204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"나는 고1, 도메인 키워드는 '식물'·'환경'·'센서'야. 너는 메이커 교사처럼 행동해. 한 학기에 만들 수 있는 프로젝트 20개를 줘. 황당해도 됨. 마지막 5개는 정말 엉뚱하게."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도구, 다른 프롬프트 → 완전히 다른 결과물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LLM과 함께 아이디어 발산하기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25분  ·  개인 활동 · 산출물: 한 문단 프로젝트 설명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94767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28600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1개 선택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1의 도메인 키워드 중 하나만 고르기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15768" y="2103120"/>
            <a:ext cx="194767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5848" y="228600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07208" y="30175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07208" y="329184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발산 — 20개 받기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52928" y="365760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4조건을 적용해 황당한 것 포함 20개 요청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91456" y="2103120"/>
            <a:ext cx="194767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228600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82896" y="30175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2896" y="329184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수렴 — 3개 고르기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28616" y="365760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각각 '왜 골랐는지' 한 줄씩 적기 (이게 비판적 사고)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67144" y="2103120"/>
            <a:ext cx="1947672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7224" y="228600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58584" y="30175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58584" y="329184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문단 다듬기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04304" y="365760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골라 LLM과 같이 한 문단 프로젝트 설명 작성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8229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5262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산출물 한 문단은 3차시 활동 3에서 너의 첫 README.md가 된다.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기록하지 않으면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840480" y="2697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사라진다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8404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README.md · Cloudflare Pages 로 공개·배포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기록의 이유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기록해야 할까?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일주일 뒤, 활동 2의 아이디어를 그대로 떠올릴 수 있을까?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0604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260604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미래의 나에게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달 뒤의 너는 지금의 너와 거의 다른 사람이다. 기록은 그 사람에게 보내는 인수인계서다.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60604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28800"/>
            <a:ext cx="260604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06908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정확한 맥락을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60604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너에 대해 모른다. 좋은 기록 = 좋은 맥락 = 좋은 결과물의 출발점.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828800"/>
            <a:ext cx="260604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828800"/>
            <a:ext cx="2606040" cy="640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1228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외부에 보내는 신호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선생님·친구·미래의 협업자·입학사정관까지. 기록은 너라는 도메인을 증명한다.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 = 미래의 나·AI·세상에게 보내는 편지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어떻게 기록할까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원하는 기록은?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920240" cy="54864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9164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691640"/>
            <a:ext cx="3108960" cy="54864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69164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흩어진 메모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1691640"/>
            <a:ext cx="3200400" cy="54864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169164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기록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24028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224028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2402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불가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7840" y="2240280"/>
            <a:ext cx="320040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224028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찾힌다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7889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68880" y="278892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278892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캡처해서 보내야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2788920"/>
            <a:ext cx="320040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27889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한 줄이면 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33756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68880" y="333756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333756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못 읽는다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77840" y="3337560"/>
            <a:ext cx="320040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33756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맥락까지 그대로 전달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88620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 뒤 가치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468880" y="388620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388620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사라진다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577840" y="3886200"/>
            <a:ext cx="320040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388620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포트폴리오가 된다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'검색되고, 공유되고, AI가 잘 읽을 수 있는' 형식 — 가장 가까운 도구가 GitHub다.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GitHub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코드 저장소를 넘어서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개발자만의 공간이라는 건 오해다. 너의 도메인 폴더 1개부터 시작하자.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420624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4개만 알면 된다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— 폴더 하나, 주제 하나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내역 한 묶음 — 작업 일지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저장소의 표지 — 첫인상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Public/Private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세상에 공개할지, 혼자 볼지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384048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생각해 보자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23317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= 노트 + 책장 + SNS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— 모든 변경이 기록된다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책장 — 주제별로 폴더가 정리된다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— 다른 사람의 작업을 구경할 수 있다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무료다.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기록의 종류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 무엇을 올릴 수 있나?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'코드'만 올린다는 편견부터 깨자.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57400"/>
            <a:ext cx="27432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39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로그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2 같은 발상의 기록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87452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039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글·에세이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감상문, 진로 글, 독서 노트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057400"/>
            <a:ext cx="27432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039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코드·스크립트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취미 코딩, 자동화, 게임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383280"/>
            <a:ext cx="27432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메이커 작업물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도면, 사진, 영상, 부품 목록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20040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383280"/>
            <a:ext cx="27432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동아리·대회·프로젝트 모음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20040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383280"/>
            <a:ext cx="27432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슬라이드에서 만든다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누적된 너의 GitHub 프로필 = 너의 도메인 그 자체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README.md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프로젝트의 첫인상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프로젝트는 무엇인가? 한 문장으로.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167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만들었나? 어떤 불편을 해결하나?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7340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2734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만들었나? 핵심 도구·과정.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33009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어디까지 와있나? (계획·진행·완료)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67912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867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3867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다음에 뭘 할 건가? 또는 도움 요청.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1600200"/>
            <a:ext cx="384048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(예시)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2011680"/>
            <a:ext cx="3520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식물 자동급수기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What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흙 습도를 보고 알아서 물 주는 화분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Why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방학 때마다 식물을 죽여서…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Status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회로도 그리는 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LLM-friendly README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잘 이해하는 README의 5가지 특징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내용도 어떻게 적느냐에 따라 AI가 활용할 수 있는 깊이가 달라진다.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54864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제목 계층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(큰제목) → ## (섹션) → ### (소섹션). 들여쓰기 대신 헤딩으로 구조화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50008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50008"/>
            <a:ext cx="54864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500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50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맨 위에 메타데이터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350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날짜, 태그, 상태, 카테고리를 첫 5줄 안에. AI가 빠르게 맥락을 잡는다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16936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916936"/>
            <a:ext cx="54864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169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9169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구조 적극 활용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29169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블록(```), 표(|), 목록(-) — 각각이 다른 신호로 전달된다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483864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483864"/>
            <a:ext cx="54864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4838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4838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약어보다 풀어쓰기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34838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'AI'보다 '생성형 AI(ChatGPT)'처럼. 미래의 너와 모델 모두를 위해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50792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50792"/>
            <a:ext cx="54864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0507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050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+ 영어 키워드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0" y="40507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검색·재활용에 유리. 예: '자동급수기 (auto watering)'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실험해 보자: 같은 내용을 두 형식으로 적고 LLM에게 설명을 시켜보면 차이가 보인다.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GitHub 저장소와 README.md 만들기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15분  ·  결과물: public 저장소 URL + README.md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가입 (또는 로그인)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60604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repository → 이름은 'idea-log' 또는 'my-domain' (Public 선택)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10896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108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'Add a README file' 체크해서 생성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61188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2의 한 문단 설명을 슬라이드 24 템플릿(What/Why/How/Status/Next)에 끼워서 commit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짝과 URL 교환 → LLM에게 "이 README만 보고 프로젝트 설명해 줘" 시켜보고 피드백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82296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617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5번이 진짜 활동이다 — LLM의 답을 보면, 너의 README가 잘 쓰여졌는지 알 수 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한 단계 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단계 더: 나만의 홈페이지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README가 너의 책장이라면, 홈페이지는 너의 영토다.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402336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홈페이지인가?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가능성: 나의 도메인이 인터넷에 등장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디자인을 정한다 — 표현의 자유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/ 자기소개의 단축 URL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원하면 사라질 수도 있다 (private 가능)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783080"/>
            <a:ext cx="384048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짧은 경로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33172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LLM에게 한 페이지 HTML 부탁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repo에 index.html 추가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가입 → repo 연결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배포 → 도메인 발급 → 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4160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· 가입만 하면 끝 · 학생도 따라할 수 있는 가장 빠른 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배포 흐름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GitHub → Cloudflare Pages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3개의 무료 도구가 협력해 배포된 사이트를 만든다.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46888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24688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페이지 HTML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프롬프트로 색·구조·내용 지정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246888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커밋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repo에 파일 한 개 추가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400800" y="1828800"/>
            <a:ext cx="246888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828800"/>
            <a:ext cx="2468880" cy="640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836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연결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한 번 연결 → 자동 배포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8229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https://my-domain.pages.dev  같은 주소가 너의 손에 들어온다.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51976" y="274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미니 포트폴리오 사이트 배포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교사 시연 5분 + 자율 진행 (과제) · 결과물: 배포된 URL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402336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 시연 (지금)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학생의 idea-log repo로 라이브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LLM에게 'index.html 한 페이지' 부탁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repo에 추가 후 commit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연결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배포된 URL 함께 확인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011680"/>
            <a:ext cx="393192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 과제 (이번 주)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5603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repo로 같은 흐름 따라 하기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페이지 안에는 — 이름 / 도메인 키워드 3개 / idea-log 링크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디자인은 자유. 본인 색깔로.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배포된 URL을 클래스 공유 문서에 붙이기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막히면 LLM에게 "고1 학생인데 ~~까지 했고 ~~에서 막혔어" — 맥락이 곧 도움 요청의 질이다.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도메인이 있는 사람의 무기다.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도메인은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기록하는 만큼 자란다.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82296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주의 한 가지 행동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너의 idea-log 저장소에 한 개의 아이디어를 더 적자. 한 줄이어도 좋다.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너의 도메인을 응원한다.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인공지능을 활용한 발명, 메이커 아이디어 창출과 기록</dc:title>
  <dc:subject>PptxGenJS Presentation</dc:subject>
  <dc:creator>기술교육</dc:creator>
  <cp:lastModifiedBy>기술교육</cp:lastModifiedBy>
  <cp:revision>1</cp:revision>
  <dcterms:created xsi:type="dcterms:W3CDTF">2026-05-06T11:48:28Z</dcterms:created>
  <dcterms:modified xsi:type="dcterms:W3CDTF">2026-05-06T11:48:28Z</dcterms:modified>
</cp:coreProperties>
</file>